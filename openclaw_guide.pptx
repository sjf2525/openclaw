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OpenClaw：你的终极AI助手框架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部署、配置、技能使用与Feishu集成完全指南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为什么选择OpenClaw？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开源自由：完全控制，无供应商锁定</a:t>
            </a:r>
          </a:p>
          <a:p>
            <a:pPr>
              <a:defRPr sz="2400"/>
            </a:pPr>
            <a:r>
              <a:t>本地部署：数据不出域，隐私安全</a:t>
            </a:r>
          </a:p>
          <a:p>
            <a:pPr>
              <a:defRPr sz="2400"/>
            </a:pPr>
            <a:r>
              <a:t>技能生态：丰富插件，无限扩展</a:t>
            </a:r>
          </a:p>
          <a:p>
            <a:pPr>
              <a:defRPr sz="2400"/>
            </a:pPr>
            <a:r>
              <a:t>多通道集成：Feishu、WhatsApp、Telegram一站式打通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部署：三步启动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1. 运行Ollama - 本地AI引擎</a:t>
            </a:r>
          </a:p>
          <a:p>
            <a:pPr>
              <a:defRPr sz="2800"/>
            </a:pPr>
            <a:r>
              <a:t>2. 配置Kimi K2.5 - 强大模型支持</a:t>
            </a:r>
          </a:p>
          <a:p>
            <a:pPr>
              <a:defRPr sz="2800"/>
            </a:pPr>
            <a:r>
              <a:t>3. 启动OpenClaw - 浏览器即刻访问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技能：即插即用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office-document-specialist-suite：专业Office文档处理</a:t>
            </a:r>
          </a:p>
          <a:p>
            <a:pPr>
              <a:defRPr sz="2400"/>
            </a:pPr>
            <a:r>
              <a:t>pdf-extract：PDF文本一键提取</a:t>
            </a:r>
          </a:p>
          <a:p>
            <a:pPr>
              <a:defRPr sz="2400"/>
            </a:pPr>
            <a:r>
              <a:t>ppt-generator：乔布斯风演示稿自动生成</a:t>
            </a:r>
          </a:p>
          <a:p>
            <a:pPr>
              <a:defRPr sz="2400"/>
            </a:pPr>
            <a:r>
              <a:t>浏览器控制：网页自动化全掌控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Feishu集成：团队协作革命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创建应用：Feishu开放平台三步走</a:t>
            </a:r>
          </a:p>
          <a:p>
            <a:pPr>
              <a:defRPr sz="2600"/>
            </a:pPr>
            <a:r>
              <a:t>配置命令：简单命令行设置</a:t>
            </a:r>
          </a:p>
          <a:p>
            <a:pPr>
              <a:defRPr sz="2600"/>
            </a:pPr>
            <a:r>
              <a:t>桥接技能：feishu-bridge工作原理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配置命令展示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Courier New"/>
              </a:defRPr>
            </a:pPr>
            <a:r>
              <a:t>openclaw config set channels.feishu.appId "你的ID"</a:t>
            </a:r>
            <a:br/>
            <a:r>
              <a:t>openclaw config set channels.feishu.appSecret "你的密钥"</a:t>
            </a:r>
            <a:br/>
            <a:r>
              <a:t>openclaw config set channels.feishu.enabled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技能开发：创造你的专属能力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技能结构：目录布局</a:t>
            </a:r>
          </a:p>
          <a:p>
            <a:pPr>
              <a:defRPr sz="2600"/>
            </a:pPr>
            <a:r>
              <a:t>开发流程：四步法</a:t>
            </a:r>
          </a:p>
          <a:p>
            <a:pPr>
              <a:defRPr sz="2600"/>
            </a:pPr>
            <a:r>
              <a:t>工具注册：@tool装饰器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最佳实践：高效使用指南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安装策略：精选技能，定期更新</a:t>
            </a:r>
          </a:p>
          <a:p>
            <a:pPr>
              <a:defRPr sz="2600"/>
            </a:pPr>
            <a:r>
              <a:t>应用场景：文档自动化、消息集成、研究助手</a:t>
            </a:r>
          </a:p>
          <a:p>
            <a:pPr>
              <a:defRPr sz="2600"/>
            </a:pPr>
            <a:r>
              <a:t>故障排除：状态检查、服务重启、日志查看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资源网络：持续成长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官方文档：docs.openclaw.ai</a:t>
            </a:r>
          </a:p>
          <a:p>
            <a:pPr>
              <a:defRPr sz="2600"/>
            </a:pPr>
            <a:r>
              <a:t>技能市场：clawhub.com</a:t>
            </a:r>
          </a:p>
          <a:p>
            <a:pPr>
              <a:defRPr sz="2600"/>
            </a:pPr>
            <a:r>
              <a:t>GitHub：github.com/openclaw/openclaw</a:t>
            </a:r>
          </a:p>
          <a:p>
            <a:pPr>
              <a:defRPr sz="2600"/>
            </a:pPr>
            <a:r>
              <a:t>社区：Discord邀请链接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OpenClaw不仅是一个工具，更是AI民主化的桥梁</a:t>
            </a:r>
          </a:p>
          <a:p>
            <a:pPr>
              <a:defRPr sz="2800"/>
            </a:pPr>
            <a:r>
              <a:t>让每个团队都能拥有定制化的AI助手</a:t>
            </a:r>
          </a:p>
          <a:p>
            <a:pPr>
              <a:defRPr sz="2800"/>
            </a:pPr>
            <a:r>
              <a:t>释放人类创造力，专注真正重要的事情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开始你的OpenClaw之旅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重塑工作方式！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